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38100" dir="162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DUBAI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Tor zur Weltwirtschaft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Strategische Geschäftsmöglichkeiten im Herzen des Nahen Ostens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Präsentation für Investoren und Geschäftspartner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Wirtschaft &amp; Schlüsselsektoren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8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</a:rPr>
              <a:t>• **Diversifizierte Wirtschaft**: Reduzierte Abhängigkeit vom Öl (nur 20% des BIP)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**Wachstumsbranchen**: Tourismus, Handel, Finanzdienstleistungen, Technologie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**BIP-Wachstum**: Durchschnittlich 3-4% pro Jahr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**Handelsdrehscheibe**: Jebel Ali Port - größter Hafen im Nahen Osten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**Finanzzentrum**: Dubai International Financial Centre (DIFC)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**Technologie-Hub**: Dubai Internet City, Dubai Silicon Oasis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**Tourismus**: Über 16 Millionen Besucher jährlich (2019)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Infrastruktur &amp; Konnektivität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8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FFFFFF"/>
                </a:solidFill>
              </a:rPr>
              <a:t>• **Weltklasse-Flughafen**: Dubai International (DXB) - weltweit drittgrößter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**Moderner Hafen**: Jebel Ali - größter künstlicher Hafen der Welt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**Metro-System**: Vollautomatische Metro mit 90 km Streckennetz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**Straßennetz**: Modernste Autobahnen und Brücken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**Digitale Infrastruktur**: 5G-Abdeckung, Smart City Initiative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**Energieversorgung**: Zuverlässige Strom- und Wasserversorgung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</a:rPr>
              <a:t>• **Logistik-Hub**: Strategische Lage zwischen Europa, Asien und Afrika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Geschäftsumfeld &amp; Steuern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8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**Freihandelszonen**: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100% ausländisches Eigentum erlaubt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0% Körperschaftssteuer für 50 Jahre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Keine Zölle auf Import/Export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Über 30 spezialisierte Zonen verfügbar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**Steuervorteile**: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Keine Einkommenssteuer für Privatpersonen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9% Körperschaftssteuer (ab 2023, nur bei Gewinn &gt; 375.000 AED)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0% Mehrwertsteuer auf Exporte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5% Mehrwertsteuer auf lokale Transaktionen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Chancen &amp; Nächste Schritte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8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**Wachstumschancen**: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E-Commerce und Digitalwirtschaft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Nachhaltige Energie und Green Tech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Gesundheitswesen und Medizintechnik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Fintech und Blockchain-Lösungen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• Logistik und Supply Chain Innovation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**Nächste Schritte**: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1. Marktanalyse und Zielsegmentierung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2. Kontakt zu lokalen Beratern aufnehmen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3. Freihandelszonen-Optionen prüfen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4. Geschäftsplan für Dubai erstellen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5. Vor-Ort-Besuch und Networking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Business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Dubai - Geschäftsmöglichkeiten und Investitionen</dc:title>
  <dc:subject>Business-Präsentation über Dubai</dc:subject>
  <dc:creator>OpenClaw AI</dc:creator>
  <cp:lastModifiedBy>OpenClaw AI</cp:lastModifiedBy>
  <cp:revision>1</cp:revision>
  <dcterms:created xsi:type="dcterms:W3CDTF">2026-02-05T22:01:12Z</dcterms:created>
  <dcterms:modified xsi:type="dcterms:W3CDTF">2026-02-05T22:01:12Z</dcterms:modified>
</cp:coreProperties>
</file>